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66" r:id="rId17"/>
    <p:sldId id="268" r:id="rId18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03950-D3F5-4228-A36C-B2975D05BA2E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326E4-EB64-47CC-9BF8-3300EF6E65E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70406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326E4-EB64-47CC-9BF8-3300EF6E65EB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4316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497FA4-5D2C-68E2-D734-B019241C9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5884DF3-C678-35DB-8EA2-F96ED25A9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A98512D-47F1-6DDB-5782-85A21BCF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D5DD92C-2BB4-1A26-4BAA-EF18C574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2893321-B286-1E0D-9481-B84025EC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722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207295-8B8F-0132-2D31-506ED053A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53C7571-7BE3-9BD1-290A-62087DEA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A8EE442-247A-06FB-CEBC-53F4158C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4B9C641-D4E7-BAF3-7D08-C1A65868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116407C-F566-4775-C857-7BAABF7E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7313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A225AF-2136-10BC-D956-2D30B765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1E2E667-FA02-0A33-8251-AF4F9DA91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ED3BD8C-8719-17FE-2F87-62FC20D7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C99FFCB-BCE5-2389-153A-AC47CA2A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2536D1A-5816-237B-766D-51BE1B4C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467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8C3638-88FA-5162-76CD-8FF1D003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6A7605-66B3-8517-EFFB-DB8404C32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23E245E-C565-8FDA-EC45-2A7CAF304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6810343-5338-3590-FC7E-48CA7988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556C63A-1BFD-FF93-7538-80831B59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071DD38F-61A0-172F-D8D6-8D0D4D8A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7226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7700D-1117-629D-7713-2A98CC67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6951E6-1C7A-05ED-E888-BD3C18385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F7F0530-1EC8-249A-0775-896E8E80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36D6959-4589-41CE-C1A6-A7FA44CB4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3A69BB1E-1E11-E7EF-6A7C-468F9C8D6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AF35A6AA-600A-00EE-6FC1-E7B02351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18BF936F-AAD3-11D3-0AB3-36CBD395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140BF14B-A1EB-8E6B-68DA-72BECFE3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2452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FFDA95-57AC-3B8F-D09F-D57C1B89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7CFCD4AD-7B0F-44E4-6F41-23D3D207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72D85197-3A9D-2C32-FF4F-C9D0A7DD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B301C325-BB45-F7AF-61DA-3D0A3212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7141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18CFF118-623F-7730-3063-82A3016B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42EF5421-A61D-6639-D329-FF3DC6D5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2FBD4D2-A1B6-A05E-8430-9EB50C94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8565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FFBCDF-D211-753B-B4BB-ED322499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1EBA32-EC2C-46E0-B9DF-F82046E0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CE12266-3A0B-A93A-0AA2-3D7936B96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C1093572-9813-5A04-D3A8-14BBA67A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A12F18C-CE17-57A2-AFC8-8058F1A3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69165D7-6BC2-8FC8-83BF-16241005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93187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334635-DC4C-3411-03DA-D7B7653B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88DFF773-2C5E-65E4-4520-41788857E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DFE30C7-52F5-FBDC-F67C-8B053E864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1994929-C7B8-80BC-283A-822A3DF4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972C234D-9DE1-3D35-C6DA-624EC4F8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0924DACF-9B17-820C-DA8D-DF81CCD3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928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C753C5-A95F-ABFF-BF57-56DAAAB8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4278344B-E2DF-7AE9-9D0E-9F2E07402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671F7E8-F51F-D0E5-6AA0-E07BD94A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57F38A8-787C-3645-8F1F-17B07C36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79FA01F-894F-67F3-8474-2D74B69C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4205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A236AEC0-600F-A37C-AFD3-F2569F903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B0C3F71B-5EF2-7F27-E957-45BD8733C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CE9727A-4C53-8634-2F25-C9E8D51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8C4A0FD-1D22-BA3B-4FA9-20A068A71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C021CDE-1236-2262-EE77-11AE6852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284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4E3CC23-967F-2F3F-D301-EA0C940A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AAEBA5A-55A9-317A-735F-D98A387FC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70C4BB0-431E-31CF-E468-781A708A1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14DB1-3E49-4813-8D00-57782632940C}" type="datetimeFigureOut">
              <a:rPr lang="sk-SK" smtClean="0"/>
              <a:t>15. 12. 2025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E310941-BA72-C5BA-3F92-67901B65E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300792E-3788-ADAB-8751-A77C4F87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510AC-16F8-4529-8E7E-2C321EB88371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6315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dns/dns-records/dns-spf-record/" TargetMode="External"/><Relationship Id="rId2" Type="http://schemas.openxmlformats.org/officeDocument/2006/relationships/hyperlink" Target="https://www.cloudflare.com/learning/dns/dns-records/dns-dmarc-recor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loudflare.com/learning/email-security/what-is-email-spoofing/" TargetMode="External"/><Relationship Id="rId4" Type="http://schemas.openxmlformats.org/officeDocument/2006/relationships/hyperlink" Target="https://www.cloudflare.com/learning/dns/dns-records/dns-dkim-recor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143ED4-0464-F418-1DE2-1534A780A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 err="1"/>
              <a:t>Bezpečnosť</a:t>
            </a:r>
            <a:r>
              <a:rPr lang="en-US" sz="3200" dirty="0"/>
              <a:t> </a:t>
            </a:r>
            <a:r>
              <a:rPr lang="en-US" sz="3200" dirty="0" err="1"/>
              <a:t>informačných</a:t>
            </a:r>
            <a:r>
              <a:rPr lang="en-US" sz="3200" dirty="0"/>
              <a:t> </a:t>
            </a:r>
            <a:r>
              <a:rPr lang="en-US" sz="3200" dirty="0" err="1"/>
              <a:t>technológií</a:t>
            </a:r>
            <a:endParaRPr lang="sk-SK" sz="32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04B8A04-EA63-55AC-E323-9F89AE65A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79675"/>
            <a:ext cx="9144000" cy="1655762"/>
          </a:xfrm>
        </p:spPr>
        <p:txBody>
          <a:bodyPr>
            <a:normAutofit/>
          </a:bodyPr>
          <a:lstStyle/>
          <a:p>
            <a:r>
              <a:rPr lang="sk-SK" sz="2800" b="1" dirty="0"/>
              <a:t>E-mail </a:t>
            </a:r>
            <a:r>
              <a:rPr lang="sk-SK" sz="2800" b="1" dirty="0" err="1"/>
              <a:t>spoofing</a:t>
            </a:r>
            <a:r>
              <a:rPr lang="sk-SK" sz="2800" b="1" dirty="0"/>
              <a:t> pomocou nesprávnej konfigurácie SPF/DKIM/DMARC záznamov</a:t>
            </a:r>
            <a:endParaRPr lang="sk-SK" sz="2800" dirty="0"/>
          </a:p>
          <a:p>
            <a:endParaRPr lang="sk-SK" sz="2800" dirty="0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19F1609F-D309-D10F-4A86-880BDEE39FA6}"/>
              </a:ext>
            </a:extLst>
          </p:cNvPr>
          <p:cNvSpPr txBox="1"/>
          <p:nvPr/>
        </p:nvSpPr>
        <p:spPr>
          <a:xfrm>
            <a:off x="5265821" y="3244334"/>
            <a:ext cx="16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Marek </a:t>
            </a:r>
            <a:r>
              <a:rPr lang="sk-SK" dirty="0"/>
              <a:t>Čederle</a:t>
            </a:r>
          </a:p>
        </p:txBody>
      </p:sp>
    </p:spTree>
    <p:extLst>
      <p:ext uri="{BB962C8B-B14F-4D97-AF65-F5344CB8AC3E}">
        <p14:creationId xmlns:p14="http://schemas.microsoft.com/office/powerpoint/2010/main" val="1302859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046AFE-8B6B-ED5F-CA00-21AB43E8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spoofing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C81B0AE-566F-19BD-1C3D-618760067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forma falšovania identity, ktorá sa používa primárne pre </a:t>
            </a:r>
            <a:r>
              <a:rPr lang="sk-SK" dirty="0" err="1"/>
              <a:t>phishingové</a:t>
            </a:r>
            <a:r>
              <a:rPr lang="sk-SK" dirty="0"/>
              <a:t> </a:t>
            </a:r>
            <a:r>
              <a:rPr lang="sk-SK" dirty="0" err="1"/>
              <a:t>kampaňe</a:t>
            </a:r>
            <a:endParaRPr lang="en-US" dirty="0"/>
          </a:p>
          <a:p>
            <a:r>
              <a:rPr lang="en-US" dirty="0" err="1"/>
              <a:t>i</a:t>
            </a:r>
            <a:r>
              <a:rPr lang="sk-SK" dirty="0"/>
              <a:t>de o techniku, pri ktorej útočník použije hlavičku e-mailu na zamaskovanie svojej identity a vydáva sa za legitímneho odosielateľa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42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D44A98-8893-E5A5-4237-8758ACA2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Bezpe</a:t>
            </a:r>
            <a:r>
              <a:rPr lang="sk-SK" dirty="0"/>
              <a:t>čnosť emailov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3000784-201B-8682-BAED-F99D9D7D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SPF</a:t>
            </a:r>
          </a:p>
          <a:p>
            <a:r>
              <a:rPr lang="sk-SK" dirty="0"/>
              <a:t>DKIM</a:t>
            </a:r>
          </a:p>
          <a:p>
            <a:r>
              <a:rPr lang="sk-SK" dirty="0"/>
              <a:t>DMARC</a:t>
            </a:r>
          </a:p>
          <a:p>
            <a:r>
              <a:rPr lang="sk-SK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5196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BE5C32-7CC0-CF6F-A211-24068D98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SPF - </a:t>
            </a:r>
            <a:r>
              <a:rPr lang="en-US" dirty="0"/>
              <a:t>S</a:t>
            </a:r>
            <a:r>
              <a:rPr lang="sk-SK" dirty="0" err="1"/>
              <a:t>ender</a:t>
            </a:r>
            <a:r>
              <a:rPr lang="sk-SK" dirty="0"/>
              <a:t> </a:t>
            </a:r>
            <a:r>
              <a:rPr lang="en-US" dirty="0"/>
              <a:t>P</a:t>
            </a:r>
            <a:r>
              <a:rPr lang="sk-SK" dirty="0" err="1"/>
              <a:t>olicy</a:t>
            </a:r>
            <a:r>
              <a:rPr lang="sk-SK" dirty="0"/>
              <a:t> </a:t>
            </a:r>
            <a:r>
              <a:rPr lang="en-US" dirty="0"/>
              <a:t>F</a:t>
            </a:r>
            <a:r>
              <a:rPr lang="sk-SK" dirty="0" err="1"/>
              <a:t>ramework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D897351-C2FD-0D41-45EE-00CB49D94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DNS TXT záznam, ktorý špecifikuje, ktoré mail servery sú oprávnené posielať e-maily za danú doménu</a:t>
            </a:r>
          </a:p>
        </p:txBody>
      </p:sp>
      <p:pic>
        <p:nvPicPr>
          <p:cNvPr id="5" name="Obrázok 4" descr="Obrázok, na ktorom je text, písmo, snímka obrazovky&#10;&#10;Obsah vygenerovaný pomocou AI môže byť nesprávny.">
            <a:extLst>
              <a:ext uri="{FF2B5EF4-FFF2-40B4-BE49-F238E27FC236}">
                <a16:creationId xmlns:a16="http://schemas.microsoft.com/office/drawing/2014/main" id="{972FD7B6-B2B1-F443-2D4B-77E1404F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3" y="3429000"/>
            <a:ext cx="11747673" cy="172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4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DAAE39-349A-2B03-FD2B-F607FD20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DKIM - DomainKeys Identified Mail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CA48C8C-EACF-D39E-CD43-7C0498A5C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k-SK" dirty="0" err="1"/>
              <a:t>ryptografický</a:t>
            </a:r>
            <a:r>
              <a:rPr lang="sk-SK" dirty="0"/>
              <a:t> mechanizmus, ktorý pridáva digitálny podpis do e-mailovej hlavičky</a:t>
            </a:r>
            <a:endParaRPr lang="en-US" dirty="0"/>
          </a:p>
          <a:p>
            <a:r>
              <a:rPr lang="sk-SK" dirty="0"/>
              <a:t>slúži na overenie, že obsah správy a niektoré časti hlavičky neboli modifikované a pochádzajú z autorizovaného servera</a:t>
            </a:r>
          </a:p>
        </p:txBody>
      </p:sp>
      <p:pic>
        <p:nvPicPr>
          <p:cNvPr id="5" name="Obrázok 4" descr="Obrázok, na ktorom je text, písmo, biely, dokument&#10;&#10;Obsah vygenerovaný pomocou AI môže byť nesprávny.">
            <a:extLst>
              <a:ext uri="{FF2B5EF4-FFF2-40B4-BE49-F238E27FC236}">
                <a16:creationId xmlns:a16="http://schemas.microsoft.com/office/drawing/2014/main" id="{40F17438-C9E0-3316-72A3-3740AB16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03" y="4863385"/>
            <a:ext cx="7153592" cy="1810246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0AA581F6-E1F8-40E8-8F7B-906029346A56}"/>
              </a:ext>
            </a:extLst>
          </p:cNvPr>
          <p:cNvSpPr txBox="1"/>
          <p:nvPr/>
        </p:nvSpPr>
        <p:spPr>
          <a:xfrm>
            <a:off x="838200" y="4901453"/>
            <a:ext cx="136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k-SK" dirty="0"/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B4D88802-8ABF-81C0-E85B-92028879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4296"/>
            <a:ext cx="12192000" cy="94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D92295-0E7F-DD30-3E92-F5FC1E43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DMARC - Domain-based Message Authentication Reporting and Conformance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463CA2-95FE-4455-5DE5-B93C6DF4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sk-SK" dirty="0" err="1"/>
              <a:t>adstavba</a:t>
            </a:r>
            <a:r>
              <a:rPr lang="sk-SK" dirty="0"/>
              <a:t> nad SPF a DKIM, ktorá definuje politiku pre neautentifikované správy a umožňuje ich nahlasovanie</a:t>
            </a:r>
            <a:endParaRPr lang="en-US" dirty="0"/>
          </a:p>
          <a:p>
            <a:r>
              <a:rPr lang="sk-SK" dirty="0"/>
              <a:t>politika hovorí o tom, čo sa má stať s emailom po </a:t>
            </a:r>
            <a:r>
              <a:rPr lang="sk-SK" dirty="0" err="1"/>
              <a:t>skontrol</a:t>
            </a:r>
            <a:r>
              <a:rPr lang="en-US" dirty="0"/>
              <a:t>o</a:t>
            </a:r>
            <a:r>
              <a:rPr lang="sk-SK" dirty="0"/>
              <a:t>vaní mechanizmami SPF a DKIM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9AC4C58B-67CE-BFA7-CD14-F92B9A84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05" y="4040424"/>
            <a:ext cx="11256590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8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EFAF34-E3C0-56A4-1D2F-A7BF4D9D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sk-SK" dirty="0" err="1"/>
              <a:t>ástroj</a:t>
            </a:r>
            <a:r>
              <a:rPr lang="sk-SK" dirty="0"/>
              <a:t> na </a:t>
            </a:r>
            <a:r>
              <a:rPr lang="sk-SK" dirty="0" err="1"/>
              <a:t>spoofovanie</a:t>
            </a:r>
            <a:r>
              <a:rPr lang="sk-SK" dirty="0"/>
              <a:t> e-mailov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9B6373-A236-1C21-F15A-815577100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Nástroj získa zoznam jednorazových/dočasných domén</a:t>
            </a:r>
            <a:r>
              <a:rPr lang="en-US" dirty="0"/>
              <a:t>.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Pre každú doménu overí nastavenie SPF/DKIM/DMARC záznamov.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Ak nájde doménu bez správneho nastavenia týchto záznamov, tak ju ponúkne používateľovi na výber.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</a:t>
            </a:r>
            <a:r>
              <a:rPr lang="sk-SK" dirty="0" err="1"/>
              <a:t>došle</a:t>
            </a:r>
            <a:r>
              <a:rPr lang="sk-SK" dirty="0"/>
              <a:t> </a:t>
            </a:r>
            <a:r>
              <a:rPr lang="sk-SK" dirty="0" err="1"/>
              <a:t>spoofovaný</a:t>
            </a:r>
            <a:r>
              <a:rPr lang="sk-SK" dirty="0"/>
              <a:t> e-mail na zadanú cieľovú adresu</a:t>
            </a:r>
            <a:r>
              <a:rPr lang="en-US" dirty="0"/>
              <a:t>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2333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3C550-22E0-56BC-9CA7-5D98BB7E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870FC0-4E1B-8A22-7F67-4F95C021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Demo (</a:t>
            </a:r>
            <a:r>
              <a:rPr lang="en-US" dirty="0" err="1"/>
              <a:t>interakt</a:t>
            </a:r>
            <a:r>
              <a:rPr lang="sk-SK" dirty="0" err="1"/>
              <a:t>ívny</a:t>
            </a:r>
            <a:r>
              <a:rPr lang="sk-SK" dirty="0"/>
              <a:t> režim</a:t>
            </a:r>
            <a:r>
              <a:rPr lang="en-US" dirty="0"/>
              <a:t>)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1977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 descr="Obrázok, na ktorom je text, snímka obrazovky, softvér&#10;&#10;Obsah vygenerovaný pomocou AI môže byť nesprávny.">
            <a:extLst>
              <a:ext uri="{FF2B5EF4-FFF2-40B4-BE49-F238E27FC236}">
                <a16:creationId xmlns:a16="http://schemas.microsoft.com/office/drawing/2014/main" id="{9EF336A1-4E8B-08E9-E2CA-4F0692C8A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796295" cy="6856646"/>
          </a:xfrm>
          <a:prstGeom prst="rect">
            <a:avLst/>
          </a:prstGeom>
        </p:spPr>
      </p:pic>
      <p:pic>
        <p:nvPicPr>
          <p:cNvPr id="7" name="Obrázok 6" descr="Obrázok, na ktorom je text, písmo, rad, snímka obrazovky&#10;&#10;Obsah vygenerovaný pomocou AI môže byť nesprávny.">
            <a:extLst>
              <a:ext uri="{FF2B5EF4-FFF2-40B4-BE49-F238E27FC236}">
                <a16:creationId xmlns:a16="http://schemas.microsoft.com/office/drawing/2014/main" id="{DD3A6F24-062E-48DC-5B2F-CE3FBF922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526" y="1079284"/>
            <a:ext cx="7277769" cy="1923676"/>
          </a:xfrm>
          <a:prstGeom prst="rect">
            <a:avLst/>
          </a:prstGeom>
        </p:spPr>
      </p:pic>
      <p:pic>
        <p:nvPicPr>
          <p:cNvPr id="9" name="Obrázok 8" descr="Obrázok, na ktorom je text, snímka obrazovky, písmo, dokument&#10;&#10;Obsah vygenerovaný pomocou AI môže byť nesprávny.">
            <a:extLst>
              <a:ext uri="{FF2B5EF4-FFF2-40B4-BE49-F238E27FC236}">
                <a16:creationId xmlns:a16="http://schemas.microsoft.com/office/drawing/2014/main" id="{F1C7DF9F-1037-DF0B-F653-27AF60782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290" y="3002960"/>
            <a:ext cx="5676006" cy="385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9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&#10;&#10;Obsah vygenerovaný pomocou AI môže byť nesprávny.">
            <a:extLst>
              <a:ext uri="{FF2B5EF4-FFF2-40B4-BE49-F238E27FC236}">
                <a16:creationId xmlns:a16="http://schemas.microsoft.com/office/drawing/2014/main" id="{C5AD34CD-05C4-9E59-AB56-87E042EE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09913"/>
          </a:xfrm>
          <a:prstGeom prst="rect">
            <a:avLst/>
          </a:prstGeom>
        </p:spPr>
      </p:pic>
      <p:pic>
        <p:nvPicPr>
          <p:cNvPr id="5" name="Obrázok 4" descr="Obrázok, na ktorom je text, snímka obrazovky, písmo, rad&#10;&#10;Obsah vygenerovaný pomocou AI môže byť nesprávny.">
            <a:extLst>
              <a:ext uri="{FF2B5EF4-FFF2-40B4-BE49-F238E27FC236}">
                <a16:creationId xmlns:a16="http://schemas.microsoft.com/office/drawing/2014/main" id="{66AB309A-E56E-0351-C87B-9B361F2B3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12" y="1060157"/>
            <a:ext cx="8785726" cy="27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8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softvér&#10;&#10;Obsah vygenerovaný pomocou AI môže byť nesprávny.">
            <a:extLst>
              <a:ext uri="{FF2B5EF4-FFF2-40B4-BE49-F238E27FC236}">
                <a16:creationId xmlns:a16="http://schemas.microsoft.com/office/drawing/2014/main" id="{0CA3E427-EDA0-76F4-2828-78585765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39435"/>
          </a:xfrm>
          <a:prstGeom prst="rect">
            <a:avLst/>
          </a:prstGeom>
        </p:spPr>
      </p:pic>
      <p:pic>
        <p:nvPicPr>
          <p:cNvPr id="5" name="Obrázok 4" descr="Obrázok, na ktorom je text, snímka obrazovky, písmo, číslo&#10;&#10;Obsah vygenerovaný pomocou AI môže byť nesprávny.">
            <a:extLst>
              <a:ext uri="{FF2B5EF4-FFF2-40B4-BE49-F238E27FC236}">
                <a16:creationId xmlns:a16="http://schemas.microsoft.com/office/drawing/2014/main" id="{8A45EC29-CE83-3355-0F87-2CCB27908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337" y="1538152"/>
            <a:ext cx="9015663" cy="189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8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softvér&#10;&#10;Obsah vygenerovaný pomocou AI môže byť nesprávny.">
            <a:extLst>
              <a:ext uri="{FF2B5EF4-FFF2-40B4-BE49-F238E27FC236}">
                <a16:creationId xmlns:a16="http://schemas.microsoft.com/office/drawing/2014/main" id="{002F50D8-E411-D44B-DB8A-9DAF3C6FA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351"/>
            <a:ext cx="12192000" cy="51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4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softvér&#10;&#10;Obsah vygenerovaný pomocou AI môže byť nesprávny.">
            <a:extLst>
              <a:ext uri="{FF2B5EF4-FFF2-40B4-BE49-F238E27FC236}">
                <a16:creationId xmlns:a16="http://schemas.microsoft.com/office/drawing/2014/main" id="{363EA699-377A-878A-1BBB-EB6C68365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73" y="0"/>
            <a:ext cx="10373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98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 descr="Obrázok, na ktorom je text, snímka obrazovky, softvér&#10;&#10;Obsah vygenerovaný pomocou AI môže byť nesprávny.">
            <a:extLst>
              <a:ext uri="{FF2B5EF4-FFF2-40B4-BE49-F238E27FC236}">
                <a16:creationId xmlns:a16="http://schemas.microsoft.com/office/drawing/2014/main" id="{C75C9AC3-AD3B-127B-EB3C-3C7035AD4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13" y="0"/>
            <a:ext cx="10501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72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F0A2FD-E6AF-960A-EE22-6CD02822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Vylep</a:t>
            </a:r>
            <a:r>
              <a:rPr lang="sk-SK" dirty="0" err="1"/>
              <a:t>šenia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A4D342D-D377-8BB4-8A56-740DDD2C4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Doplniť projekt o pokročilejšie techniky (napr. obídenie </a:t>
            </a:r>
            <a:r>
              <a:rPr lang="sk-SK" dirty="0" err="1"/>
              <a:t>reverse</a:t>
            </a:r>
            <a:r>
              <a:rPr lang="sk-SK" dirty="0"/>
              <a:t> DNS </a:t>
            </a:r>
            <a:r>
              <a:rPr lang="sk-SK" dirty="0" err="1"/>
              <a:t>checku</a:t>
            </a:r>
            <a:r>
              <a:rPr lang="sk-SK" dirty="0"/>
              <a:t>)</a:t>
            </a:r>
          </a:p>
          <a:p>
            <a:r>
              <a:rPr lang="sk-SK" dirty="0"/>
              <a:t>Rozšíriť projekt o analýzu hlavičiek e-mailov a detegovanie útočníka (BT)</a:t>
            </a:r>
          </a:p>
          <a:p>
            <a:r>
              <a:rPr lang="sk-SK" dirty="0"/>
              <a:t>Pridať možnosť vygenerovania celej phishing kampane napr. pomocou </a:t>
            </a:r>
            <a:r>
              <a:rPr lang="sk-SK" dirty="0" err="1"/>
              <a:t>PyPhisher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3290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A86792-F653-ECFA-0269-60DC3418A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sk-SK" dirty="0"/>
              <a:t>Otázky ?</a:t>
            </a:r>
          </a:p>
        </p:txBody>
      </p:sp>
    </p:spTree>
    <p:extLst>
      <p:ext uri="{BB962C8B-B14F-4D97-AF65-F5344CB8AC3E}">
        <p14:creationId xmlns:p14="http://schemas.microsoft.com/office/powerpoint/2010/main" val="3016079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DD31-2607-88EA-4294-4598B1B9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057010-899B-C9E2-CE31-ED36BC67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Zdroje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A783068-ED7C-DF4C-ADFE-FAFCE6E7C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2400" dirty="0">
                <a:hlinkClick r:id="rId2"/>
              </a:rPr>
              <a:t>https://www.cloudflare.com/learning/dns/dns-records/dns-dmarc-record/</a:t>
            </a:r>
            <a:endParaRPr lang="en-US" sz="2400" dirty="0"/>
          </a:p>
          <a:p>
            <a:r>
              <a:rPr lang="sk-SK" sz="2400" dirty="0">
                <a:hlinkClick r:id="rId3"/>
              </a:rPr>
              <a:t>https://www.cloudflare.com/learning/dns/dns-records/dns-spf-record/</a:t>
            </a:r>
            <a:endParaRPr lang="en-US" sz="2400" dirty="0"/>
          </a:p>
          <a:p>
            <a:r>
              <a:rPr lang="sk-SK" sz="2400" dirty="0">
                <a:hlinkClick r:id="rId4"/>
              </a:rPr>
              <a:t>https://www.cloudflare.com/learning/dns/dns-records/dns-dkim-record/</a:t>
            </a:r>
            <a:endParaRPr lang="en-US" sz="2400" dirty="0"/>
          </a:p>
          <a:p>
            <a:r>
              <a:rPr lang="sk-SK" sz="2400" dirty="0">
                <a:hlinkClick r:id="rId5"/>
              </a:rPr>
              <a:t>https://www.cloudflare.com/learning/email-security/what-is-email-spoofing/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0476681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319</Words>
  <Application>Microsoft Office PowerPoint</Application>
  <PresentationFormat>Širokouhlá</PresentationFormat>
  <Paragraphs>36</Paragraphs>
  <Slides>17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Motív Office</vt:lpstr>
      <vt:lpstr>Bezpečnosť informačných technológií</vt:lpstr>
      <vt:lpstr>Email spoofing</vt:lpstr>
      <vt:lpstr>Bezpečnosť emailov</vt:lpstr>
      <vt:lpstr>SPF - Sender Policy Framework</vt:lpstr>
      <vt:lpstr>DKIM - DomainKeys Identified Mail</vt:lpstr>
      <vt:lpstr>DMARC - Domain-based Message Authentication Reporting and Conformance</vt:lpstr>
      <vt:lpstr>Nástroj na spoofovanie e-mailov</vt:lpstr>
      <vt:lpstr>Demo (interaktívny režim)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Vylepšenia</vt:lpstr>
      <vt:lpstr>Otázky ?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Čederle</dc:creator>
  <cp:lastModifiedBy>Marek Čederle</cp:lastModifiedBy>
  <cp:revision>4</cp:revision>
  <dcterms:created xsi:type="dcterms:W3CDTF">2025-12-15T01:35:29Z</dcterms:created>
  <dcterms:modified xsi:type="dcterms:W3CDTF">2025-12-15T06:24:01Z</dcterms:modified>
</cp:coreProperties>
</file>